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7315200" cx="7315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04">
          <p15:clr>
            <a:srgbClr val="747775"/>
          </p15:clr>
        </p15:guide>
        <p15:guide id="2" pos="230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04" orient="horz"/>
        <p:guide pos="230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32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714832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49367" y="1058951"/>
            <a:ext cx="6816300" cy="2919300"/>
          </a:xfrm>
          <a:prstGeom prst="rect">
            <a:avLst/>
          </a:prstGeom>
        </p:spPr>
        <p:txBody>
          <a:bodyPr anchorCtr="0" anchor="b" bIns="73150" lIns="73150" spcFirstLastPara="1" rIns="73150" wrap="square" tIns="73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160"/>
              <a:buNone/>
              <a:defRPr sz="4160"/>
            </a:lvl1pPr>
            <a:lvl2pPr lvl="1" algn="ctr">
              <a:spcBef>
                <a:spcPts val="0"/>
              </a:spcBef>
              <a:spcAft>
                <a:spcPts val="0"/>
              </a:spcAft>
              <a:buSzPts val="4160"/>
              <a:buNone/>
              <a:defRPr sz="4160"/>
            </a:lvl2pPr>
            <a:lvl3pPr lvl="2" algn="ctr">
              <a:spcBef>
                <a:spcPts val="0"/>
              </a:spcBef>
              <a:spcAft>
                <a:spcPts val="0"/>
              </a:spcAft>
              <a:buSzPts val="4160"/>
              <a:buNone/>
              <a:defRPr sz="4160"/>
            </a:lvl3pPr>
            <a:lvl4pPr lvl="3" algn="ctr">
              <a:spcBef>
                <a:spcPts val="0"/>
              </a:spcBef>
              <a:spcAft>
                <a:spcPts val="0"/>
              </a:spcAft>
              <a:buSzPts val="4160"/>
              <a:buNone/>
              <a:defRPr sz="4160"/>
            </a:lvl4pPr>
            <a:lvl5pPr lvl="4" algn="ctr">
              <a:spcBef>
                <a:spcPts val="0"/>
              </a:spcBef>
              <a:spcAft>
                <a:spcPts val="0"/>
              </a:spcAft>
              <a:buSzPts val="4160"/>
              <a:buNone/>
              <a:defRPr sz="4160"/>
            </a:lvl5pPr>
            <a:lvl6pPr lvl="5" algn="ctr">
              <a:spcBef>
                <a:spcPts val="0"/>
              </a:spcBef>
              <a:spcAft>
                <a:spcPts val="0"/>
              </a:spcAft>
              <a:buSzPts val="4160"/>
              <a:buNone/>
              <a:defRPr sz="4160"/>
            </a:lvl6pPr>
            <a:lvl7pPr lvl="6" algn="ctr">
              <a:spcBef>
                <a:spcPts val="0"/>
              </a:spcBef>
              <a:spcAft>
                <a:spcPts val="0"/>
              </a:spcAft>
              <a:buSzPts val="4160"/>
              <a:buNone/>
              <a:defRPr sz="4160"/>
            </a:lvl7pPr>
            <a:lvl8pPr lvl="7" algn="ctr">
              <a:spcBef>
                <a:spcPts val="0"/>
              </a:spcBef>
              <a:spcAft>
                <a:spcPts val="0"/>
              </a:spcAft>
              <a:buSzPts val="4160"/>
              <a:buNone/>
              <a:defRPr sz="4160"/>
            </a:lvl8pPr>
            <a:lvl9pPr lvl="8" algn="ctr">
              <a:spcBef>
                <a:spcPts val="0"/>
              </a:spcBef>
              <a:spcAft>
                <a:spcPts val="0"/>
              </a:spcAft>
              <a:buSzPts val="4160"/>
              <a:buNone/>
              <a:defRPr sz="416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49360" y="4030756"/>
            <a:ext cx="6816300" cy="1127400"/>
          </a:xfrm>
          <a:prstGeom prst="rect">
            <a:avLst/>
          </a:prstGeom>
        </p:spPr>
        <p:txBody>
          <a:bodyPr anchorCtr="0" anchor="t" bIns="73150" lIns="73150" spcFirstLastPara="1" rIns="73150" wrap="square" tIns="731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777966" y="6632131"/>
            <a:ext cx="439200" cy="559800"/>
          </a:xfrm>
          <a:prstGeom prst="rect">
            <a:avLst/>
          </a:prstGeom>
        </p:spPr>
        <p:txBody>
          <a:bodyPr anchorCtr="0" anchor="ctr" bIns="73150" lIns="73150" spcFirstLastPara="1" rIns="73150" wrap="square" tIns="73150">
            <a:normAutofit/>
          </a:bodyPr>
          <a:lstStyle>
            <a:lvl1pPr lvl="0">
              <a:buNone/>
              <a:defRPr sz="800"/>
            </a:lvl1pPr>
            <a:lvl2pPr lvl="1">
              <a:buNone/>
              <a:defRPr sz="800"/>
            </a:lvl2pPr>
            <a:lvl3pPr lvl="2">
              <a:buNone/>
              <a:defRPr sz="800"/>
            </a:lvl3pPr>
            <a:lvl4pPr lvl="3">
              <a:buNone/>
              <a:defRPr sz="800"/>
            </a:lvl4pPr>
            <a:lvl5pPr lvl="4">
              <a:buNone/>
              <a:defRPr sz="800"/>
            </a:lvl5pPr>
            <a:lvl6pPr lvl="5">
              <a:buNone/>
              <a:defRPr sz="800"/>
            </a:lvl6pPr>
            <a:lvl7pPr lvl="6">
              <a:buNone/>
              <a:defRPr sz="800"/>
            </a:lvl7pPr>
            <a:lvl8pPr lvl="7">
              <a:buNone/>
              <a:defRPr sz="800"/>
            </a:lvl8pPr>
            <a:lvl9pPr lvl="8"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49360" y="3058987"/>
            <a:ext cx="6816300" cy="1197000"/>
          </a:xfrm>
          <a:prstGeom prst="rect">
            <a:avLst/>
          </a:prstGeom>
        </p:spPr>
        <p:txBody>
          <a:bodyPr anchorCtr="0" anchor="ctr" bIns="73150" lIns="73150" spcFirstLastPara="1" rIns="73150" wrap="square" tIns="73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80"/>
              <a:buNone/>
              <a:defRPr sz="2880"/>
            </a:lvl1pPr>
            <a:lvl2pPr lvl="1" algn="ctr">
              <a:spcBef>
                <a:spcPts val="0"/>
              </a:spcBef>
              <a:spcAft>
                <a:spcPts val="0"/>
              </a:spcAft>
              <a:buSzPts val="2880"/>
              <a:buNone/>
              <a:defRPr sz="2880"/>
            </a:lvl2pPr>
            <a:lvl3pPr lvl="2" algn="ctr">
              <a:spcBef>
                <a:spcPts val="0"/>
              </a:spcBef>
              <a:spcAft>
                <a:spcPts val="0"/>
              </a:spcAft>
              <a:buSzPts val="2880"/>
              <a:buNone/>
              <a:defRPr sz="2880"/>
            </a:lvl3pPr>
            <a:lvl4pPr lvl="3" algn="ctr">
              <a:spcBef>
                <a:spcPts val="0"/>
              </a:spcBef>
              <a:spcAft>
                <a:spcPts val="0"/>
              </a:spcAft>
              <a:buSzPts val="2880"/>
              <a:buNone/>
              <a:defRPr sz="2880"/>
            </a:lvl4pPr>
            <a:lvl5pPr lvl="4" algn="ctr">
              <a:spcBef>
                <a:spcPts val="0"/>
              </a:spcBef>
              <a:spcAft>
                <a:spcPts val="0"/>
              </a:spcAft>
              <a:buSzPts val="2880"/>
              <a:buNone/>
              <a:defRPr sz="2880"/>
            </a:lvl5pPr>
            <a:lvl6pPr lvl="5" algn="ctr">
              <a:spcBef>
                <a:spcPts val="0"/>
              </a:spcBef>
              <a:spcAft>
                <a:spcPts val="0"/>
              </a:spcAft>
              <a:buSzPts val="2880"/>
              <a:buNone/>
              <a:defRPr sz="2880"/>
            </a:lvl6pPr>
            <a:lvl7pPr lvl="6" algn="ctr">
              <a:spcBef>
                <a:spcPts val="0"/>
              </a:spcBef>
              <a:spcAft>
                <a:spcPts val="0"/>
              </a:spcAft>
              <a:buSzPts val="2880"/>
              <a:buNone/>
              <a:defRPr sz="2880"/>
            </a:lvl7pPr>
            <a:lvl8pPr lvl="7" algn="ctr">
              <a:spcBef>
                <a:spcPts val="0"/>
              </a:spcBef>
              <a:spcAft>
                <a:spcPts val="0"/>
              </a:spcAft>
              <a:buSzPts val="2880"/>
              <a:buNone/>
              <a:defRPr sz="2880"/>
            </a:lvl8pPr>
            <a:lvl9pPr lvl="8" algn="ctr">
              <a:spcBef>
                <a:spcPts val="0"/>
              </a:spcBef>
              <a:spcAft>
                <a:spcPts val="0"/>
              </a:spcAft>
              <a:buSzPts val="2880"/>
              <a:buNone/>
              <a:defRPr sz="288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777966" y="6632131"/>
            <a:ext cx="439200" cy="559800"/>
          </a:xfrm>
          <a:prstGeom prst="rect">
            <a:avLst/>
          </a:prstGeom>
        </p:spPr>
        <p:txBody>
          <a:bodyPr anchorCtr="0" anchor="ctr" bIns="73150" lIns="73150" spcFirstLastPara="1" rIns="73150" wrap="square" tIns="73150">
            <a:normAutofit/>
          </a:bodyPr>
          <a:lstStyle>
            <a:lvl1pPr lvl="0">
              <a:buNone/>
              <a:defRPr sz="800"/>
            </a:lvl1pPr>
            <a:lvl2pPr lvl="1">
              <a:buNone/>
              <a:defRPr sz="800"/>
            </a:lvl2pPr>
            <a:lvl3pPr lvl="2">
              <a:buNone/>
              <a:defRPr sz="800"/>
            </a:lvl3pPr>
            <a:lvl4pPr lvl="3">
              <a:buNone/>
              <a:defRPr sz="800"/>
            </a:lvl4pPr>
            <a:lvl5pPr lvl="4">
              <a:buNone/>
              <a:defRPr sz="800"/>
            </a:lvl5pPr>
            <a:lvl6pPr lvl="5">
              <a:buNone/>
              <a:defRPr sz="800"/>
            </a:lvl6pPr>
            <a:lvl7pPr lvl="6">
              <a:buNone/>
              <a:defRPr sz="800"/>
            </a:lvl7pPr>
            <a:lvl8pPr lvl="7">
              <a:buNone/>
              <a:defRPr sz="800"/>
            </a:lvl8pPr>
            <a:lvl9pPr lvl="8"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49360" y="632924"/>
            <a:ext cx="6816300" cy="814500"/>
          </a:xfrm>
          <a:prstGeom prst="rect">
            <a:avLst/>
          </a:prstGeom>
        </p:spPr>
        <p:txBody>
          <a:bodyPr anchorCtr="0" anchor="t" bIns="73150" lIns="73150" spcFirstLastPara="1" rIns="73150" wrap="square" tIns="73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1pPr>
            <a:lvl2pPr lvl="1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2pPr>
            <a:lvl3pPr lvl="2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3pPr>
            <a:lvl4pPr lvl="3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4pPr>
            <a:lvl5pPr lvl="4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5pPr>
            <a:lvl6pPr lvl="5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6pPr>
            <a:lvl7pPr lvl="6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7pPr>
            <a:lvl8pPr lvl="7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8pPr>
            <a:lvl9pPr lvl="8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49360" y="1639076"/>
            <a:ext cx="6816300" cy="4858800"/>
          </a:xfrm>
          <a:prstGeom prst="rect">
            <a:avLst/>
          </a:prstGeom>
        </p:spPr>
        <p:txBody>
          <a:bodyPr anchorCtr="0" anchor="t" bIns="73150" lIns="73150" spcFirstLastPara="1" rIns="73150" wrap="square" tIns="73150">
            <a:normAutofit/>
          </a:bodyPr>
          <a:lstStyle>
            <a:lvl1pPr indent="-320040" lvl="0" marL="457200">
              <a:spcBef>
                <a:spcPts val="0"/>
              </a:spcBef>
              <a:spcAft>
                <a:spcPts val="0"/>
              </a:spcAft>
              <a:buSzPts val="1440"/>
              <a:buChar char="●"/>
              <a:defRPr sz="1440"/>
            </a:lvl1pPr>
            <a:lvl2pPr indent="-299719" lvl="1" marL="914400">
              <a:spcBef>
                <a:spcPts val="0"/>
              </a:spcBef>
              <a:spcAft>
                <a:spcPts val="0"/>
              </a:spcAft>
              <a:buSzPts val="1120"/>
              <a:buChar char="○"/>
              <a:defRPr sz="1120"/>
            </a:lvl2pPr>
            <a:lvl3pPr indent="-299719" lvl="2" marL="1371600">
              <a:spcBef>
                <a:spcPts val="0"/>
              </a:spcBef>
              <a:spcAft>
                <a:spcPts val="0"/>
              </a:spcAft>
              <a:buSzPts val="1120"/>
              <a:buChar char="■"/>
              <a:defRPr sz="1120"/>
            </a:lvl3pPr>
            <a:lvl4pPr indent="-299719" lvl="3" marL="1828800">
              <a:spcBef>
                <a:spcPts val="0"/>
              </a:spcBef>
              <a:spcAft>
                <a:spcPts val="0"/>
              </a:spcAft>
              <a:buSzPts val="1120"/>
              <a:buChar char="●"/>
              <a:defRPr sz="1120"/>
            </a:lvl4pPr>
            <a:lvl5pPr indent="-299720" lvl="4" marL="2286000">
              <a:spcBef>
                <a:spcPts val="0"/>
              </a:spcBef>
              <a:spcAft>
                <a:spcPts val="0"/>
              </a:spcAft>
              <a:buSzPts val="1120"/>
              <a:buChar char="○"/>
              <a:defRPr sz="1120"/>
            </a:lvl5pPr>
            <a:lvl6pPr indent="-299720" lvl="5" marL="2743200">
              <a:spcBef>
                <a:spcPts val="0"/>
              </a:spcBef>
              <a:spcAft>
                <a:spcPts val="0"/>
              </a:spcAft>
              <a:buSzPts val="1120"/>
              <a:buChar char="■"/>
              <a:defRPr sz="1120"/>
            </a:lvl6pPr>
            <a:lvl7pPr indent="-299720" lvl="6" marL="3200400">
              <a:spcBef>
                <a:spcPts val="0"/>
              </a:spcBef>
              <a:spcAft>
                <a:spcPts val="0"/>
              </a:spcAft>
              <a:buSzPts val="1120"/>
              <a:buChar char="●"/>
              <a:defRPr sz="1120"/>
            </a:lvl7pPr>
            <a:lvl8pPr indent="-299720" lvl="7" marL="3657600">
              <a:spcBef>
                <a:spcPts val="0"/>
              </a:spcBef>
              <a:spcAft>
                <a:spcPts val="0"/>
              </a:spcAft>
              <a:buSzPts val="1120"/>
              <a:buChar char="○"/>
              <a:defRPr sz="1120"/>
            </a:lvl8pPr>
            <a:lvl9pPr indent="-299720" lvl="8" marL="4114800">
              <a:spcBef>
                <a:spcPts val="0"/>
              </a:spcBef>
              <a:spcAft>
                <a:spcPts val="0"/>
              </a:spcAft>
              <a:buSzPts val="1120"/>
              <a:buChar char="■"/>
              <a:defRPr sz="112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777966" y="6632131"/>
            <a:ext cx="439200" cy="559800"/>
          </a:xfrm>
          <a:prstGeom prst="rect">
            <a:avLst/>
          </a:prstGeom>
        </p:spPr>
        <p:txBody>
          <a:bodyPr anchorCtr="0" anchor="ctr" bIns="73150" lIns="73150" spcFirstLastPara="1" rIns="73150" wrap="square" tIns="73150">
            <a:normAutofit/>
          </a:bodyPr>
          <a:lstStyle>
            <a:lvl1pPr lvl="0">
              <a:buNone/>
              <a:defRPr sz="800"/>
            </a:lvl1pPr>
            <a:lvl2pPr lvl="1">
              <a:buNone/>
              <a:defRPr sz="800"/>
            </a:lvl2pPr>
            <a:lvl3pPr lvl="2">
              <a:buNone/>
              <a:defRPr sz="800"/>
            </a:lvl3pPr>
            <a:lvl4pPr lvl="3">
              <a:buNone/>
              <a:defRPr sz="800"/>
            </a:lvl4pPr>
            <a:lvl5pPr lvl="4">
              <a:buNone/>
              <a:defRPr sz="800"/>
            </a:lvl5pPr>
            <a:lvl6pPr lvl="5">
              <a:buNone/>
              <a:defRPr sz="800"/>
            </a:lvl6pPr>
            <a:lvl7pPr lvl="6">
              <a:buNone/>
              <a:defRPr sz="800"/>
            </a:lvl7pPr>
            <a:lvl8pPr lvl="7">
              <a:buNone/>
              <a:defRPr sz="800"/>
            </a:lvl8pPr>
            <a:lvl9pPr lvl="8"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49360" y="632924"/>
            <a:ext cx="6816300" cy="814500"/>
          </a:xfrm>
          <a:prstGeom prst="rect">
            <a:avLst/>
          </a:prstGeom>
        </p:spPr>
        <p:txBody>
          <a:bodyPr anchorCtr="0" anchor="t" bIns="73150" lIns="73150" spcFirstLastPara="1" rIns="73150" wrap="square" tIns="73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1pPr>
            <a:lvl2pPr lvl="1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2pPr>
            <a:lvl3pPr lvl="2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3pPr>
            <a:lvl4pPr lvl="3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4pPr>
            <a:lvl5pPr lvl="4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5pPr>
            <a:lvl6pPr lvl="5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6pPr>
            <a:lvl7pPr lvl="6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7pPr>
            <a:lvl8pPr lvl="7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8pPr>
            <a:lvl9pPr lvl="8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49360" y="1639076"/>
            <a:ext cx="3199800" cy="4858800"/>
          </a:xfrm>
          <a:prstGeom prst="rect">
            <a:avLst/>
          </a:prstGeom>
        </p:spPr>
        <p:txBody>
          <a:bodyPr anchorCtr="0" anchor="t" bIns="73150" lIns="73150" spcFirstLastPara="1" rIns="73150" wrap="square" tIns="73150">
            <a:normAutofit/>
          </a:bodyPr>
          <a:lstStyle>
            <a:lvl1pPr indent="-299720" lvl="0" marL="457200">
              <a:spcBef>
                <a:spcPts val="0"/>
              </a:spcBef>
              <a:spcAft>
                <a:spcPts val="0"/>
              </a:spcAft>
              <a:buSzPts val="1120"/>
              <a:buChar char="●"/>
              <a:defRPr sz="1120"/>
            </a:lvl1pPr>
            <a:lvl2pPr indent="-289560" lvl="1" marL="914400">
              <a:spcBef>
                <a:spcPts val="0"/>
              </a:spcBef>
              <a:spcAft>
                <a:spcPts val="0"/>
              </a:spcAft>
              <a:buSzPts val="960"/>
              <a:buChar char="○"/>
              <a:defRPr sz="960"/>
            </a:lvl2pPr>
            <a:lvl3pPr indent="-289560" lvl="2" marL="1371600">
              <a:spcBef>
                <a:spcPts val="0"/>
              </a:spcBef>
              <a:spcAft>
                <a:spcPts val="0"/>
              </a:spcAft>
              <a:buSzPts val="960"/>
              <a:buChar char="■"/>
              <a:defRPr sz="960"/>
            </a:lvl3pPr>
            <a:lvl4pPr indent="-289560" lvl="3" marL="1828800">
              <a:spcBef>
                <a:spcPts val="0"/>
              </a:spcBef>
              <a:spcAft>
                <a:spcPts val="0"/>
              </a:spcAft>
              <a:buSzPts val="960"/>
              <a:buChar char="●"/>
              <a:defRPr sz="960"/>
            </a:lvl4pPr>
            <a:lvl5pPr indent="-289560" lvl="4" marL="2286000">
              <a:spcBef>
                <a:spcPts val="0"/>
              </a:spcBef>
              <a:spcAft>
                <a:spcPts val="0"/>
              </a:spcAft>
              <a:buSzPts val="960"/>
              <a:buChar char="○"/>
              <a:defRPr sz="960"/>
            </a:lvl5pPr>
            <a:lvl6pPr indent="-289560" lvl="5" marL="2743200">
              <a:spcBef>
                <a:spcPts val="0"/>
              </a:spcBef>
              <a:spcAft>
                <a:spcPts val="0"/>
              </a:spcAft>
              <a:buSzPts val="960"/>
              <a:buChar char="■"/>
              <a:defRPr sz="960"/>
            </a:lvl6pPr>
            <a:lvl7pPr indent="-289560" lvl="6" marL="3200400">
              <a:spcBef>
                <a:spcPts val="0"/>
              </a:spcBef>
              <a:spcAft>
                <a:spcPts val="0"/>
              </a:spcAft>
              <a:buSzPts val="960"/>
              <a:buChar char="●"/>
              <a:defRPr sz="960"/>
            </a:lvl7pPr>
            <a:lvl8pPr indent="-289559" lvl="7" marL="3657600">
              <a:spcBef>
                <a:spcPts val="0"/>
              </a:spcBef>
              <a:spcAft>
                <a:spcPts val="0"/>
              </a:spcAft>
              <a:buSzPts val="960"/>
              <a:buChar char="○"/>
              <a:defRPr sz="960"/>
            </a:lvl8pPr>
            <a:lvl9pPr indent="-289559" lvl="8" marL="4114800">
              <a:spcBef>
                <a:spcPts val="0"/>
              </a:spcBef>
              <a:spcAft>
                <a:spcPts val="0"/>
              </a:spcAft>
              <a:buSzPts val="960"/>
              <a:buChar char="■"/>
              <a:defRPr sz="96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865920" y="1639076"/>
            <a:ext cx="3199800" cy="4858800"/>
          </a:xfrm>
          <a:prstGeom prst="rect">
            <a:avLst/>
          </a:prstGeom>
        </p:spPr>
        <p:txBody>
          <a:bodyPr anchorCtr="0" anchor="t" bIns="73150" lIns="73150" spcFirstLastPara="1" rIns="73150" wrap="square" tIns="73150">
            <a:normAutofit/>
          </a:bodyPr>
          <a:lstStyle>
            <a:lvl1pPr indent="-299720" lvl="0" marL="457200">
              <a:spcBef>
                <a:spcPts val="0"/>
              </a:spcBef>
              <a:spcAft>
                <a:spcPts val="0"/>
              </a:spcAft>
              <a:buSzPts val="1120"/>
              <a:buChar char="●"/>
              <a:defRPr sz="1120"/>
            </a:lvl1pPr>
            <a:lvl2pPr indent="-289560" lvl="1" marL="914400">
              <a:spcBef>
                <a:spcPts val="0"/>
              </a:spcBef>
              <a:spcAft>
                <a:spcPts val="0"/>
              </a:spcAft>
              <a:buSzPts val="960"/>
              <a:buChar char="○"/>
              <a:defRPr sz="960"/>
            </a:lvl2pPr>
            <a:lvl3pPr indent="-289560" lvl="2" marL="1371600">
              <a:spcBef>
                <a:spcPts val="0"/>
              </a:spcBef>
              <a:spcAft>
                <a:spcPts val="0"/>
              </a:spcAft>
              <a:buSzPts val="960"/>
              <a:buChar char="■"/>
              <a:defRPr sz="960"/>
            </a:lvl3pPr>
            <a:lvl4pPr indent="-289560" lvl="3" marL="1828800">
              <a:spcBef>
                <a:spcPts val="0"/>
              </a:spcBef>
              <a:spcAft>
                <a:spcPts val="0"/>
              </a:spcAft>
              <a:buSzPts val="960"/>
              <a:buChar char="●"/>
              <a:defRPr sz="960"/>
            </a:lvl4pPr>
            <a:lvl5pPr indent="-289560" lvl="4" marL="2286000">
              <a:spcBef>
                <a:spcPts val="0"/>
              </a:spcBef>
              <a:spcAft>
                <a:spcPts val="0"/>
              </a:spcAft>
              <a:buSzPts val="960"/>
              <a:buChar char="○"/>
              <a:defRPr sz="960"/>
            </a:lvl5pPr>
            <a:lvl6pPr indent="-289560" lvl="5" marL="2743200">
              <a:spcBef>
                <a:spcPts val="0"/>
              </a:spcBef>
              <a:spcAft>
                <a:spcPts val="0"/>
              </a:spcAft>
              <a:buSzPts val="960"/>
              <a:buChar char="■"/>
              <a:defRPr sz="960"/>
            </a:lvl6pPr>
            <a:lvl7pPr indent="-289560" lvl="6" marL="3200400">
              <a:spcBef>
                <a:spcPts val="0"/>
              </a:spcBef>
              <a:spcAft>
                <a:spcPts val="0"/>
              </a:spcAft>
              <a:buSzPts val="960"/>
              <a:buChar char="●"/>
              <a:defRPr sz="960"/>
            </a:lvl7pPr>
            <a:lvl8pPr indent="-289559" lvl="7" marL="3657600">
              <a:spcBef>
                <a:spcPts val="0"/>
              </a:spcBef>
              <a:spcAft>
                <a:spcPts val="0"/>
              </a:spcAft>
              <a:buSzPts val="960"/>
              <a:buChar char="○"/>
              <a:defRPr sz="960"/>
            </a:lvl8pPr>
            <a:lvl9pPr indent="-289559" lvl="8" marL="4114800">
              <a:spcBef>
                <a:spcPts val="0"/>
              </a:spcBef>
              <a:spcAft>
                <a:spcPts val="0"/>
              </a:spcAft>
              <a:buSzPts val="960"/>
              <a:buChar char="■"/>
              <a:defRPr sz="96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777966" y="6632131"/>
            <a:ext cx="439200" cy="559800"/>
          </a:xfrm>
          <a:prstGeom prst="rect">
            <a:avLst/>
          </a:prstGeom>
        </p:spPr>
        <p:txBody>
          <a:bodyPr anchorCtr="0" anchor="ctr" bIns="73150" lIns="73150" spcFirstLastPara="1" rIns="73150" wrap="square" tIns="73150">
            <a:normAutofit/>
          </a:bodyPr>
          <a:lstStyle>
            <a:lvl1pPr lvl="0">
              <a:buNone/>
              <a:defRPr sz="800"/>
            </a:lvl1pPr>
            <a:lvl2pPr lvl="1">
              <a:buNone/>
              <a:defRPr sz="800"/>
            </a:lvl2pPr>
            <a:lvl3pPr lvl="2">
              <a:buNone/>
              <a:defRPr sz="800"/>
            </a:lvl3pPr>
            <a:lvl4pPr lvl="3">
              <a:buNone/>
              <a:defRPr sz="800"/>
            </a:lvl4pPr>
            <a:lvl5pPr lvl="4">
              <a:buNone/>
              <a:defRPr sz="800"/>
            </a:lvl5pPr>
            <a:lvl6pPr lvl="5">
              <a:buNone/>
              <a:defRPr sz="800"/>
            </a:lvl6pPr>
            <a:lvl7pPr lvl="6">
              <a:buNone/>
              <a:defRPr sz="800"/>
            </a:lvl7pPr>
            <a:lvl8pPr lvl="7">
              <a:buNone/>
              <a:defRPr sz="800"/>
            </a:lvl8pPr>
            <a:lvl9pPr lvl="8"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49360" y="632924"/>
            <a:ext cx="6816300" cy="814500"/>
          </a:xfrm>
          <a:prstGeom prst="rect">
            <a:avLst/>
          </a:prstGeom>
        </p:spPr>
        <p:txBody>
          <a:bodyPr anchorCtr="0" anchor="t" bIns="73150" lIns="73150" spcFirstLastPara="1" rIns="73150" wrap="square" tIns="73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1pPr>
            <a:lvl2pPr lvl="1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2pPr>
            <a:lvl3pPr lvl="2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3pPr>
            <a:lvl4pPr lvl="3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4pPr>
            <a:lvl5pPr lvl="4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5pPr>
            <a:lvl6pPr lvl="5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6pPr>
            <a:lvl7pPr lvl="6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7pPr>
            <a:lvl8pPr lvl="7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8pPr>
            <a:lvl9pPr lvl="8">
              <a:spcBef>
                <a:spcPts val="0"/>
              </a:spcBef>
              <a:spcAft>
                <a:spcPts val="0"/>
              </a:spcAft>
              <a:buSzPts val="2240"/>
              <a:buNone/>
              <a:defRPr sz="224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6777966" y="6632131"/>
            <a:ext cx="439200" cy="559800"/>
          </a:xfrm>
          <a:prstGeom prst="rect">
            <a:avLst/>
          </a:prstGeom>
        </p:spPr>
        <p:txBody>
          <a:bodyPr anchorCtr="0" anchor="ctr" bIns="73150" lIns="73150" spcFirstLastPara="1" rIns="73150" wrap="square" tIns="73150">
            <a:normAutofit/>
          </a:bodyPr>
          <a:lstStyle>
            <a:lvl1pPr lvl="0">
              <a:buNone/>
              <a:defRPr sz="800"/>
            </a:lvl1pPr>
            <a:lvl2pPr lvl="1">
              <a:buNone/>
              <a:defRPr sz="800"/>
            </a:lvl2pPr>
            <a:lvl3pPr lvl="2">
              <a:buNone/>
              <a:defRPr sz="800"/>
            </a:lvl3pPr>
            <a:lvl4pPr lvl="3">
              <a:buNone/>
              <a:defRPr sz="800"/>
            </a:lvl4pPr>
            <a:lvl5pPr lvl="4">
              <a:buNone/>
              <a:defRPr sz="800"/>
            </a:lvl5pPr>
            <a:lvl6pPr lvl="5">
              <a:buNone/>
              <a:defRPr sz="800"/>
            </a:lvl6pPr>
            <a:lvl7pPr lvl="6">
              <a:buNone/>
              <a:defRPr sz="800"/>
            </a:lvl7pPr>
            <a:lvl8pPr lvl="7">
              <a:buNone/>
              <a:defRPr sz="800"/>
            </a:lvl8pPr>
            <a:lvl9pPr lvl="8"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49360" y="790187"/>
            <a:ext cx="2246400" cy="1074600"/>
          </a:xfrm>
          <a:prstGeom prst="rect">
            <a:avLst/>
          </a:prstGeom>
        </p:spPr>
        <p:txBody>
          <a:bodyPr anchorCtr="0" anchor="b" bIns="73150" lIns="73150" spcFirstLastPara="1" rIns="73150" wrap="square" tIns="73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20"/>
              <a:buNone/>
              <a:defRPr sz="1920"/>
            </a:lvl1pPr>
            <a:lvl2pPr lvl="1">
              <a:spcBef>
                <a:spcPts val="0"/>
              </a:spcBef>
              <a:spcAft>
                <a:spcPts val="0"/>
              </a:spcAft>
              <a:buSzPts val="1920"/>
              <a:buNone/>
              <a:defRPr sz="1920"/>
            </a:lvl2pPr>
            <a:lvl3pPr lvl="2">
              <a:spcBef>
                <a:spcPts val="0"/>
              </a:spcBef>
              <a:spcAft>
                <a:spcPts val="0"/>
              </a:spcAft>
              <a:buSzPts val="1920"/>
              <a:buNone/>
              <a:defRPr sz="1920"/>
            </a:lvl3pPr>
            <a:lvl4pPr lvl="3">
              <a:spcBef>
                <a:spcPts val="0"/>
              </a:spcBef>
              <a:spcAft>
                <a:spcPts val="0"/>
              </a:spcAft>
              <a:buSzPts val="1920"/>
              <a:buNone/>
              <a:defRPr sz="1920"/>
            </a:lvl4pPr>
            <a:lvl5pPr lvl="4">
              <a:spcBef>
                <a:spcPts val="0"/>
              </a:spcBef>
              <a:spcAft>
                <a:spcPts val="0"/>
              </a:spcAft>
              <a:buSzPts val="1920"/>
              <a:buNone/>
              <a:defRPr sz="1920"/>
            </a:lvl5pPr>
            <a:lvl6pPr lvl="5">
              <a:spcBef>
                <a:spcPts val="0"/>
              </a:spcBef>
              <a:spcAft>
                <a:spcPts val="0"/>
              </a:spcAft>
              <a:buSzPts val="1920"/>
              <a:buNone/>
              <a:defRPr sz="1920"/>
            </a:lvl6pPr>
            <a:lvl7pPr lvl="6">
              <a:spcBef>
                <a:spcPts val="0"/>
              </a:spcBef>
              <a:spcAft>
                <a:spcPts val="0"/>
              </a:spcAft>
              <a:buSzPts val="1920"/>
              <a:buNone/>
              <a:defRPr sz="1920"/>
            </a:lvl7pPr>
            <a:lvl8pPr lvl="7">
              <a:spcBef>
                <a:spcPts val="0"/>
              </a:spcBef>
              <a:spcAft>
                <a:spcPts val="0"/>
              </a:spcAft>
              <a:buSzPts val="1920"/>
              <a:buNone/>
              <a:defRPr sz="1920"/>
            </a:lvl8pPr>
            <a:lvl9pPr lvl="8">
              <a:spcBef>
                <a:spcPts val="0"/>
              </a:spcBef>
              <a:spcAft>
                <a:spcPts val="0"/>
              </a:spcAft>
              <a:buSzPts val="1920"/>
              <a:buNone/>
              <a:defRPr sz="192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49360" y="1976320"/>
            <a:ext cx="2246400" cy="4521900"/>
          </a:xfrm>
          <a:prstGeom prst="rect">
            <a:avLst/>
          </a:prstGeom>
        </p:spPr>
        <p:txBody>
          <a:bodyPr anchorCtr="0" anchor="t" bIns="73150" lIns="73150" spcFirstLastPara="1" rIns="73150" wrap="square" tIns="73150">
            <a:normAutofit/>
          </a:bodyPr>
          <a:lstStyle>
            <a:lvl1pPr indent="-289560" lvl="0" marL="457200">
              <a:spcBef>
                <a:spcPts val="0"/>
              </a:spcBef>
              <a:spcAft>
                <a:spcPts val="0"/>
              </a:spcAft>
              <a:buSzPts val="960"/>
              <a:buChar char="●"/>
              <a:defRPr sz="960"/>
            </a:lvl1pPr>
            <a:lvl2pPr indent="-289560" lvl="1" marL="914400">
              <a:spcBef>
                <a:spcPts val="0"/>
              </a:spcBef>
              <a:spcAft>
                <a:spcPts val="0"/>
              </a:spcAft>
              <a:buSzPts val="960"/>
              <a:buChar char="○"/>
              <a:defRPr sz="960"/>
            </a:lvl2pPr>
            <a:lvl3pPr indent="-289560" lvl="2" marL="1371600">
              <a:spcBef>
                <a:spcPts val="0"/>
              </a:spcBef>
              <a:spcAft>
                <a:spcPts val="0"/>
              </a:spcAft>
              <a:buSzPts val="960"/>
              <a:buChar char="■"/>
              <a:defRPr sz="960"/>
            </a:lvl3pPr>
            <a:lvl4pPr indent="-289560" lvl="3" marL="1828800">
              <a:spcBef>
                <a:spcPts val="0"/>
              </a:spcBef>
              <a:spcAft>
                <a:spcPts val="0"/>
              </a:spcAft>
              <a:buSzPts val="960"/>
              <a:buChar char="●"/>
              <a:defRPr sz="960"/>
            </a:lvl4pPr>
            <a:lvl5pPr indent="-289560" lvl="4" marL="2286000">
              <a:spcBef>
                <a:spcPts val="0"/>
              </a:spcBef>
              <a:spcAft>
                <a:spcPts val="0"/>
              </a:spcAft>
              <a:buSzPts val="960"/>
              <a:buChar char="○"/>
              <a:defRPr sz="960"/>
            </a:lvl5pPr>
            <a:lvl6pPr indent="-289560" lvl="5" marL="2743200">
              <a:spcBef>
                <a:spcPts val="0"/>
              </a:spcBef>
              <a:spcAft>
                <a:spcPts val="0"/>
              </a:spcAft>
              <a:buSzPts val="960"/>
              <a:buChar char="■"/>
              <a:defRPr sz="960"/>
            </a:lvl6pPr>
            <a:lvl7pPr indent="-289560" lvl="6" marL="3200400">
              <a:spcBef>
                <a:spcPts val="0"/>
              </a:spcBef>
              <a:spcAft>
                <a:spcPts val="0"/>
              </a:spcAft>
              <a:buSzPts val="960"/>
              <a:buChar char="●"/>
              <a:defRPr sz="960"/>
            </a:lvl7pPr>
            <a:lvl8pPr indent="-289559" lvl="7" marL="3657600">
              <a:spcBef>
                <a:spcPts val="0"/>
              </a:spcBef>
              <a:spcAft>
                <a:spcPts val="0"/>
              </a:spcAft>
              <a:buSzPts val="960"/>
              <a:buChar char="○"/>
              <a:defRPr sz="960"/>
            </a:lvl8pPr>
            <a:lvl9pPr indent="-289559" lvl="8" marL="4114800">
              <a:spcBef>
                <a:spcPts val="0"/>
              </a:spcBef>
              <a:spcAft>
                <a:spcPts val="0"/>
              </a:spcAft>
              <a:buSzPts val="960"/>
              <a:buChar char="■"/>
              <a:defRPr sz="96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6777966" y="6632131"/>
            <a:ext cx="439200" cy="559800"/>
          </a:xfrm>
          <a:prstGeom prst="rect">
            <a:avLst/>
          </a:prstGeom>
        </p:spPr>
        <p:txBody>
          <a:bodyPr anchorCtr="0" anchor="ctr" bIns="73150" lIns="73150" spcFirstLastPara="1" rIns="73150" wrap="square" tIns="73150">
            <a:normAutofit/>
          </a:bodyPr>
          <a:lstStyle>
            <a:lvl1pPr lvl="0">
              <a:buNone/>
              <a:defRPr sz="800"/>
            </a:lvl1pPr>
            <a:lvl2pPr lvl="1">
              <a:buNone/>
              <a:defRPr sz="800"/>
            </a:lvl2pPr>
            <a:lvl3pPr lvl="2">
              <a:buNone/>
              <a:defRPr sz="800"/>
            </a:lvl3pPr>
            <a:lvl4pPr lvl="3">
              <a:buNone/>
              <a:defRPr sz="800"/>
            </a:lvl4pPr>
            <a:lvl5pPr lvl="4">
              <a:buNone/>
              <a:defRPr sz="800"/>
            </a:lvl5pPr>
            <a:lvl6pPr lvl="5">
              <a:buNone/>
              <a:defRPr sz="800"/>
            </a:lvl6pPr>
            <a:lvl7pPr lvl="6">
              <a:buNone/>
              <a:defRPr sz="800"/>
            </a:lvl7pPr>
            <a:lvl8pPr lvl="7">
              <a:buNone/>
              <a:defRPr sz="800"/>
            </a:lvl8pPr>
            <a:lvl9pPr lvl="8"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92200" y="640213"/>
            <a:ext cx="5094000" cy="5818200"/>
          </a:xfrm>
          <a:prstGeom prst="rect">
            <a:avLst/>
          </a:prstGeom>
        </p:spPr>
        <p:txBody>
          <a:bodyPr anchorCtr="0" anchor="ctr" bIns="73150" lIns="73150" spcFirstLastPara="1" rIns="73150" wrap="square" tIns="73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40"/>
              <a:buNone/>
              <a:defRPr sz="3840"/>
            </a:lvl1pPr>
            <a:lvl2pPr lvl="1">
              <a:spcBef>
                <a:spcPts val="0"/>
              </a:spcBef>
              <a:spcAft>
                <a:spcPts val="0"/>
              </a:spcAft>
              <a:buSzPts val="3840"/>
              <a:buNone/>
              <a:defRPr sz="3840"/>
            </a:lvl2pPr>
            <a:lvl3pPr lvl="2">
              <a:spcBef>
                <a:spcPts val="0"/>
              </a:spcBef>
              <a:spcAft>
                <a:spcPts val="0"/>
              </a:spcAft>
              <a:buSzPts val="3840"/>
              <a:buNone/>
              <a:defRPr sz="3840"/>
            </a:lvl3pPr>
            <a:lvl4pPr lvl="3">
              <a:spcBef>
                <a:spcPts val="0"/>
              </a:spcBef>
              <a:spcAft>
                <a:spcPts val="0"/>
              </a:spcAft>
              <a:buSzPts val="3840"/>
              <a:buNone/>
              <a:defRPr sz="3840"/>
            </a:lvl4pPr>
            <a:lvl5pPr lvl="4">
              <a:spcBef>
                <a:spcPts val="0"/>
              </a:spcBef>
              <a:spcAft>
                <a:spcPts val="0"/>
              </a:spcAft>
              <a:buSzPts val="3840"/>
              <a:buNone/>
              <a:defRPr sz="3840"/>
            </a:lvl5pPr>
            <a:lvl6pPr lvl="5">
              <a:spcBef>
                <a:spcPts val="0"/>
              </a:spcBef>
              <a:spcAft>
                <a:spcPts val="0"/>
              </a:spcAft>
              <a:buSzPts val="3840"/>
              <a:buNone/>
              <a:defRPr sz="3840"/>
            </a:lvl6pPr>
            <a:lvl7pPr lvl="6">
              <a:spcBef>
                <a:spcPts val="0"/>
              </a:spcBef>
              <a:spcAft>
                <a:spcPts val="0"/>
              </a:spcAft>
              <a:buSzPts val="3840"/>
              <a:buNone/>
              <a:defRPr sz="3840"/>
            </a:lvl7pPr>
            <a:lvl8pPr lvl="7">
              <a:spcBef>
                <a:spcPts val="0"/>
              </a:spcBef>
              <a:spcAft>
                <a:spcPts val="0"/>
              </a:spcAft>
              <a:buSzPts val="3840"/>
              <a:buNone/>
              <a:defRPr sz="3840"/>
            </a:lvl8pPr>
            <a:lvl9pPr lvl="8">
              <a:spcBef>
                <a:spcPts val="0"/>
              </a:spcBef>
              <a:spcAft>
                <a:spcPts val="0"/>
              </a:spcAft>
              <a:buSzPts val="3840"/>
              <a:buNone/>
              <a:defRPr sz="384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6777966" y="6632131"/>
            <a:ext cx="439200" cy="559800"/>
          </a:xfrm>
          <a:prstGeom prst="rect">
            <a:avLst/>
          </a:prstGeom>
        </p:spPr>
        <p:txBody>
          <a:bodyPr anchorCtr="0" anchor="ctr" bIns="73150" lIns="73150" spcFirstLastPara="1" rIns="73150" wrap="square" tIns="73150">
            <a:normAutofit/>
          </a:bodyPr>
          <a:lstStyle>
            <a:lvl1pPr lvl="0">
              <a:buNone/>
              <a:defRPr sz="800"/>
            </a:lvl1pPr>
            <a:lvl2pPr lvl="1">
              <a:buNone/>
              <a:defRPr sz="800"/>
            </a:lvl2pPr>
            <a:lvl3pPr lvl="2">
              <a:buNone/>
              <a:defRPr sz="800"/>
            </a:lvl3pPr>
            <a:lvl4pPr lvl="3">
              <a:buNone/>
              <a:defRPr sz="800"/>
            </a:lvl4pPr>
            <a:lvl5pPr lvl="4">
              <a:buNone/>
              <a:defRPr sz="800"/>
            </a:lvl5pPr>
            <a:lvl6pPr lvl="5">
              <a:buNone/>
              <a:defRPr sz="800"/>
            </a:lvl6pPr>
            <a:lvl7pPr lvl="6">
              <a:buNone/>
              <a:defRPr sz="800"/>
            </a:lvl7pPr>
            <a:lvl8pPr lvl="7">
              <a:buNone/>
              <a:defRPr sz="800"/>
            </a:lvl8pPr>
            <a:lvl9pPr lvl="8"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657600" y="-178"/>
            <a:ext cx="3657600" cy="731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12400" y="1753849"/>
            <a:ext cx="3235800" cy="2108100"/>
          </a:xfrm>
          <a:prstGeom prst="rect">
            <a:avLst/>
          </a:prstGeom>
        </p:spPr>
        <p:txBody>
          <a:bodyPr anchorCtr="0" anchor="b" bIns="73150" lIns="73150" spcFirstLastPara="1" rIns="73150" wrap="square" tIns="73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60"/>
              <a:buNone/>
              <a:defRPr sz="3359"/>
            </a:lvl1pPr>
            <a:lvl2pPr lvl="1" algn="ctr">
              <a:spcBef>
                <a:spcPts val="0"/>
              </a:spcBef>
              <a:spcAft>
                <a:spcPts val="0"/>
              </a:spcAft>
              <a:buSzPts val="3360"/>
              <a:buNone/>
              <a:defRPr sz="3359"/>
            </a:lvl2pPr>
            <a:lvl3pPr lvl="2" algn="ctr">
              <a:spcBef>
                <a:spcPts val="0"/>
              </a:spcBef>
              <a:spcAft>
                <a:spcPts val="0"/>
              </a:spcAft>
              <a:buSzPts val="3360"/>
              <a:buNone/>
              <a:defRPr sz="3359"/>
            </a:lvl3pPr>
            <a:lvl4pPr lvl="3" algn="ctr">
              <a:spcBef>
                <a:spcPts val="0"/>
              </a:spcBef>
              <a:spcAft>
                <a:spcPts val="0"/>
              </a:spcAft>
              <a:buSzPts val="3360"/>
              <a:buNone/>
              <a:defRPr sz="3359"/>
            </a:lvl4pPr>
            <a:lvl5pPr lvl="4" algn="ctr">
              <a:spcBef>
                <a:spcPts val="0"/>
              </a:spcBef>
              <a:spcAft>
                <a:spcPts val="0"/>
              </a:spcAft>
              <a:buSzPts val="3360"/>
              <a:buNone/>
              <a:defRPr sz="3359"/>
            </a:lvl5pPr>
            <a:lvl6pPr lvl="5" algn="ctr">
              <a:spcBef>
                <a:spcPts val="0"/>
              </a:spcBef>
              <a:spcAft>
                <a:spcPts val="0"/>
              </a:spcAft>
              <a:buSzPts val="3360"/>
              <a:buNone/>
              <a:defRPr sz="3359"/>
            </a:lvl6pPr>
            <a:lvl7pPr lvl="6" algn="ctr">
              <a:spcBef>
                <a:spcPts val="0"/>
              </a:spcBef>
              <a:spcAft>
                <a:spcPts val="0"/>
              </a:spcAft>
              <a:buSzPts val="3360"/>
              <a:buNone/>
              <a:defRPr sz="3359"/>
            </a:lvl7pPr>
            <a:lvl8pPr lvl="7" algn="ctr">
              <a:spcBef>
                <a:spcPts val="0"/>
              </a:spcBef>
              <a:spcAft>
                <a:spcPts val="0"/>
              </a:spcAft>
              <a:buSzPts val="3360"/>
              <a:buNone/>
              <a:defRPr sz="3359"/>
            </a:lvl8pPr>
            <a:lvl9pPr lvl="8" algn="ctr">
              <a:spcBef>
                <a:spcPts val="0"/>
              </a:spcBef>
              <a:spcAft>
                <a:spcPts val="0"/>
              </a:spcAft>
              <a:buSzPts val="3360"/>
              <a:buNone/>
              <a:defRPr sz="3359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12400" y="3986596"/>
            <a:ext cx="3235800" cy="1756500"/>
          </a:xfrm>
          <a:prstGeom prst="rect">
            <a:avLst/>
          </a:prstGeom>
        </p:spPr>
        <p:txBody>
          <a:bodyPr anchorCtr="0" anchor="t" bIns="73150" lIns="73150" spcFirstLastPara="1" rIns="73150" wrap="square" tIns="731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167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167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167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167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167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167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167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167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1679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951600" y="1029796"/>
            <a:ext cx="3069600" cy="5255400"/>
          </a:xfrm>
          <a:prstGeom prst="rect">
            <a:avLst/>
          </a:prstGeom>
        </p:spPr>
        <p:txBody>
          <a:bodyPr anchorCtr="0" anchor="ctr" bIns="73150" lIns="73150" spcFirstLastPara="1" rIns="73150" wrap="square" tIns="73150">
            <a:normAutofit/>
          </a:bodyPr>
          <a:lstStyle>
            <a:lvl1pPr indent="-320040" lvl="0" marL="457200">
              <a:spcBef>
                <a:spcPts val="0"/>
              </a:spcBef>
              <a:spcAft>
                <a:spcPts val="0"/>
              </a:spcAft>
              <a:buSzPts val="1440"/>
              <a:buChar char="●"/>
              <a:defRPr sz="1440"/>
            </a:lvl1pPr>
            <a:lvl2pPr indent="-299719" lvl="1" marL="914400">
              <a:spcBef>
                <a:spcPts val="0"/>
              </a:spcBef>
              <a:spcAft>
                <a:spcPts val="0"/>
              </a:spcAft>
              <a:buSzPts val="1120"/>
              <a:buChar char="○"/>
              <a:defRPr sz="1120"/>
            </a:lvl2pPr>
            <a:lvl3pPr indent="-299719" lvl="2" marL="1371600">
              <a:spcBef>
                <a:spcPts val="0"/>
              </a:spcBef>
              <a:spcAft>
                <a:spcPts val="0"/>
              </a:spcAft>
              <a:buSzPts val="1120"/>
              <a:buChar char="■"/>
              <a:defRPr sz="1120"/>
            </a:lvl3pPr>
            <a:lvl4pPr indent="-299719" lvl="3" marL="1828800">
              <a:spcBef>
                <a:spcPts val="0"/>
              </a:spcBef>
              <a:spcAft>
                <a:spcPts val="0"/>
              </a:spcAft>
              <a:buSzPts val="1120"/>
              <a:buChar char="●"/>
              <a:defRPr sz="1120"/>
            </a:lvl4pPr>
            <a:lvl5pPr indent="-299720" lvl="4" marL="2286000">
              <a:spcBef>
                <a:spcPts val="0"/>
              </a:spcBef>
              <a:spcAft>
                <a:spcPts val="0"/>
              </a:spcAft>
              <a:buSzPts val="1120"/>
              <a:buChar char="○"/>
              <a:defRPr sz="1120"/>
            </a:lvl5pPr>
            <a:lvl6pPr indent="-299720" lvl="5" marL="2743200">
              <a:spcBef>
                <a:spcPts val="0"/>
              </a:spcBef>
              <a:spcAft>
                <a:spcPts val="0"/>
              </a:spcAft>
              <a:buSzPts val="1120"/>
              <a:buChar char="■"/>
              <a:defRPr sz="1120"/>
            </a:lvl6pPr>
            <a:lvl7pPr indent="-299720" lvl="6" marL="3200400">
              <a:spcBef>
                <a:spcPts val="0"/>
              </a:spcBef>
              <a:spcAft>
                <a:spcPts val="0"/>
              </a:spcAft>
              <a:buSzPts val="1120"/>
              <a:buChar char="●"/>
              <a:defRPr sz="1120"/>
            </a:lvl7pPr>
            <a:lvl8pPr indent="-299720" lvl="7" marL="3657600">
              <a:spcBef>
                <a:spcPts val="0"/>
              </a:spcBef>
              <a:spcAft>
                <a:spcPts val="0"/>
              </a:spcAft>
              <a:buSzPts val="1120"/>
              <a:buChar char="○"/>
              <a:defRPr sz="1120"/>
            </a:lvl8pPr>
            <a:lvl9pPr indent="-299720" lvl="8" marL="4114800">
              <a:spcBef>
                <a:spcPts val="0"/>
              </a:spcBef>
              <a:spcAft>
                <a:spcPts val="0"/>
              </a:spcAft>
              <a:buSzPts val="1120"/>
              <a:buChar char="■"/>
              <a:defRPr sz="112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777966" y="6632131"/>
            <a:ext cx="439200" cy="559800"/>
          </a:xfrm>
          <a:prstGeom prst="rect">
            <a:avLst/>
          </a:prstGeom>
        </p:spPr>
        <p:txBody>
          <a:bodyPr anchorCtr="0" anchor="ctr" bIns="73150" lIns="73150" spcFirstLastPara="1" rIns="73150" wrap="square" tIns="73150">
            <a:normAutofit/>
          </a:bodyPr>
          <a:lstStyle>
            <a:lvl1pPr lvl="0">
              <a:buNone/>
              <a:defRPr sz="800"/>
            </a:lvl1pPr>
            <a:lvl2pPr lvl="1">
              <a:buNone/>
              <a:defRPr sz="800"/>
            </a:lvl2pPr>
            <a:lvl3pPr lvl="2">
              <a:buNone/>
              <a:defRPr sz="800"/>
            </a:lvl3pPr>
            <a:lvl4pPr lvl="3">
              <a:buNone/>
              <a:defRPr sz="800"/>
            </a:lvl4pPr>
            <a:lvl5pPr lvl="4">
              <a:buNone/>
              <a:defRPr sz="800"/>
            </a:lvl5pPr>
            <a:lvl6pPr lvl="5">
              <a:buNone/>
              <a:defRPr sz="800"/>
            </a:lvl6pPr>
            <a:lvl7pPr lvl="6">
              <a:buNone/>
              <a:defRPr sz="800"/>
            </a:lvl7pPr>
            <a:lvl8pPr lvl="7">
              <a:buNone/>
              <a:defRPr sz="800"/>
            </a:lvl8pPr>
            <a:lvl9pPr lvl="8"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49360" y="6016818"/>
            <a:ext cx="4799100" cy="860700"/>
          </a:xfrm>
          <a:prstGeom prst="rect">
            <a:avLst/>
          </a:prstGeom>
        </p:spPr>
        <p:txBody>
          <a:bodyPr anchorCtr="0" anchor="ctr" bIns="73150" lIns="73150" spcFirstLastPara="1" rIns="73150" wrap="square" tIns="731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44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6777966" y="6632131"/>
            <a:ext cx="439200" cy="559800"/>
          </a:xfrm>
          <a:prstGeom prst="rect">
            <a:avLst/>
          </a:prstGeom>
        </p:spPr>
        <p:txBody>
          <a:bodyPr anchorCtr="0" anchor="ctr" bIns="73150" lIns="73150" spcFirstLastPara="1" rIns="73150" wrap="square" tIns="73150">
            <a:normAutofit/>
          </a:bodyPr>
          <a:lstStyle>
            <a:lvl1pPr lvl="0">
              <a:buNone/>
              <a:defRPr sz="800"/>
            </a:lvl1pPr>
            <a:lvl2pPr lvl="1">
              <a:buNone/>
              <a:defRPr sz="800"/>
            </a:lvl2pPr>
            <a:lvl3pPr lvl="2">
              <a:buNone/>
              <a:defRPr sz="800"/>
            </a:lvl3pPr>
            <a:lvl4pPr lvl="3">
              <a:buNone/>
              <a:defRPr sz="800"/>
            </a:lvl4pPr>
            <a:lvl5pPr lvl="4">
              <a:buNone/>
              <a:defRPr sz="800"/>
            </a:lvl5pPr>
            <a:lvl6pPr lvl="5">
              <a:buNone/>
              <a:defRPr sz="800"/>
            </a:lvl6pPr>
            <a:lvl7pPr lvl="6">
              <a:buNone/>
              <a:defRPr sz="800"/>
            </a:lvl7pPr>
            <a:lvl8pPr lvl="7">
              <a:buNone/>
              <a:defRPr sz="800"/>
            </a:lvl8pPr>
            <a:lvl9pPr lvl="8"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49360" y="1573156"/>
            <a:ext cx="6816300" cy="2792700"/>
          </a:xfrm>
          <a:prstGeom prst="rect">
            <a:avLst/>
          </a:prstGeom>
        </p:spPr>
        <p:txBody>
          <a:bodyPr anchorCtr="0" anchor="b" bIns="73150" lIns="73150" spcFirstLastPara="1" rIns="73150" wrap="square" tIns="73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49360" y="4483164"/>
            <a:ext cx="6816300" cy="1849800"/>
          </a:xfrm>
          <a:prstGeom prst="rect">
            <a:avLst/>
          </a:prstGeom>
        </p:spPr>
        <p:txBody>
          <a:bodyPr anchorCtr="0" anchor="t" bIns="73150" lIns="73150" spcFirstLastPara="1" rIns="73150" wrap="square" tIns="73150">
            <a:normAutofit/>
          </a:bodyPr>
          <a:lstStyle>
            <a:lvl1pPr indent="-320040" lvl="0" marL="457200" algn="ctr">
              <a:spcBef>
                <a:spcPts val="0"/>
              </a:spcBef>
              <a:spcAft>
                <a:spcPts val="0"/>
              </a:spcAft>
              <a:buSzPts val="1440"/>
              <a:buChar char="●"/>
              <a:defRPr sz="1440"/>
            </a:lvl1pPr>
            <a:lvl2pPr indent="-299719" lvl="1" marL="914400" algn="ctr">
              <a:spcBef>
                <a:spcPts val="0"/>
              </a:spcBef>
              <a:spcAft>
                <a:spcPts val="0"/>
              </a:spcAft>
              <a:buSzPts val="1120"/>
              <a:buChar char="○"/>
              <a:defRPr sz="1120"/>
            </a:lvl2pPr>
            <a:lvl3pPr indent="-299719" lvl="2" marL="1371600" algn="ctr">
              <a:spcBef>
                <a:spcPts val="0"/>
              </a:spcBef>
              <a:spcAft>
                <a:spcPts val="0"/>
              </a:spcAft>
              <a:buSzPts val="1120"/>
              <a:buChar char="■"/>
              <a:defRPr sz="1120"/>
            </a:lvl3pPr>
            <a:lvl4pPr indent="-299719" lvl="3" marL="1828800" algn="ctr">
              <a:spcBef>
                <a:spcPts val="0"/>
              </a:spcBef>
              <a:spcAft>
                <a:spcPts val="0"/>
              </a:spcAft>
              <a:buSzPts val="1120"/>
              <a:buChar char="●"/>
              <a:defRPr sz="1120"/>
            </a:lvl4pPr>
            <a:lvl5pPr indent="-299720" lvl="4" marL="2286000" algn="ctr">
              <a:spcBef>
                <a:spcPts val="0"/>
              </a:spcBef>
              <a:spcAft>
                <a:spcPts val="0"/>
              </a:spcAft>
              <a:buSzPts val="1120"/>
              <a:buChar char="○"/>
              <a:defRPr sz="1120"/>
            </a:lvl5pPr>
            <a:lvl6pPr indent="-299720" lvl="5" marL="2743200" algn="ctr">
              <a:spcBef>
                <a:spcPts val="0"/>
              </a:spcBef>
              <a:spcAft>
                <a:spcPts val="0"/>
              </a:spcAft>
              <a:buSzPts val="1120"/>
              <a:buChar char="■"/>
              <a:defRPr sz="1120"/>
            </a:lvl6pPr>
            <a:lvl7pPr indent="-299720" lvl="6" marL="3200400" algn="ctr">
              <a:spcBef>
                <a:spcPts val="0"/>
              </a:spcBef>
              <a:spcAft>
                <a:spcPts val="0"/>
              </a:spcAft>
              <a:buSzPts val="1120"/>
              <a:buChar char="●"/>
              <a:defRPr sz="1120"/>
            </a:lvl7pPr>
            <a:lvl8pPr indent="-299720" lvl="7" marL="3657600" algn="ctr">
              <a:spcBef>
                <a:spcPts val="0"/>
              </a:spcBef>
              <a:spcAft>
                <a:spcPts val="0"/>
              </a:spcAft>
              <a:buSzPts val="1120"/>
              <a:buChar char="○"/>
              <a:defRPr sz="1120"/>
            </a:lvl8pPr>
            <a:lvl9pPr indent="-299720" lvl="8" marL="4114800" algn="ctr">
              <a:spcBef>
                <a:spcPts val="0"/>
              </a:spcBef>
              <a:spcAft>
                <a:spcPts val="0"/>
              </a:spcAft>
              <a:buSzPts val="1120"/>
              <a:buChar char="■"/>
              <a:defRPr sz="1120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6777966" y="6632131"/>
            <a:ext cx="439200" cy="559800"/>
          </a:xfrm>
          <a:prstGeom prst="rect">
            <a:avLst/>
          </a:prstGeom>
        </p:spPr>
        <p:txBody>
          <a:bodyPr anchorCtr="0" anchor="ctr" bIns="73150" lIns="73150" spcFirstLastPara="1" rIns="73150" wrap="square" tIns="73150">
            <a:normAutofit/>
          </a:bodyPr>
          <a:lstStyle>
            <a:lvl1pPr lvl="0">
              <a:buNone/>
              <a:defRPr sz="800"/>
            </a:lvl1pPr>
            <a:lvl2pPr lvl="1">
              <a:buNone/>
              <a:defRPr sz="800"/>
            </a:lvl2pPr>
            <a:lvl3pPr lvl="2">
              <a:buNone/>
              <a:defRPr sz="800"/>
            </a:lvl3pPr>
            <a:lvl4pPr lvl="3">
              <a:buNone/>
              <a:defRPr sz="800"/>
            </a:lvl4pPr>
            <a:lvl5pPr lvl="4">
              <a:buNone/>
              <a:defRPr sz="800"/>
            </a:lvl5pPr>
            <a:lvl6pPr lvl="5">
              <a:buNone/>
              <a:defRPr sz="800"/>
            </a:lvl6pPr>
            <a:lvl7pPr lvl="6">
              <a:buNone/>
              <a:defRPr sz="800"/>
            </a:lvl7pPr>
            <a:lvl8pPr lvl="7">
              <a:buNone/>
              <a:defRPr sz="800"/>
            </a:lvl8pPr>
            <a:lvl9pPr lvl="8"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777966" y="6632131"/>
            <a:ext cx="439200" cy="559800"/>
          </a:xfrm>
          <a:prstGeom prst="rect">
            <a:avLst/>
          </a:prstGeom>
        </p:spPr>
        <p:txBody>
          <a:bodyPr anchorCtr="0" anchor="ctr" bIns="73150" lIns="73150" spcFirstLastPara="1" rIns="73150" wrap="square" tIns="73150">
            <a:normAutofit/>
          </a:bodyPr>
          <a:lstStyle>
            <a:lvl1pPr lvl="0">
              <a:buNone/>
              <a:defRPr sz="800"/>
            </a:lvl1pPr>
            <a:lvl2pPr lvl="1">
              <a:buNone/>
              <a:defRPr sz="800"/>
            </a:lvl2pPr>
            <a:lvl3pPr lvl="2">
              <a:buNone/>
              <a:defRPr sz="800"/>
            </a:lvl3pPr>
            <a:lvl4pPr lvl="3">
              <a:buNone/>
              <a:defRPr sz="800"/>
            </a:lvl4pPr>
            <a:lvl5pPr lvl="4">
              <a:buNone/>
              <a:defRPr sz="800"/>
            </a:lvl5pPr>
            <a:lvl6pPr lvl="5">
              <a:buNone/>
              <a:defRPr sz="800"/>
            </a:lvl6pPr>
            <a:lvl7pPr lvl="6">
              <a:buNone/>
              <a:defRPr sz="800"/>
            </a:lvl7pPr>
            <a:lvl8pPr lvl="7">
              <a:buNone/>
              <a:defRPr sz="800"/>
            </a:lvl8pPr>
            <a:lvl9pPr lvl="8"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9360" y="632924"/>
            <a:ext cx="68163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9360" y="1639076"/>
            <a:ext cx="6816300" cy="48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normAutofit/>
          </a:bodyPr>
          <a:lstStyle>
            <a:lvl1pPr indent="-32004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Char char="●"/>
              <a:defRPr sz="1440">
                <a:solidFill>
                  <a:schemeClr val="dk2"/>
                </a:solidFill>
              </a:defRPr>
            </a:lvl1pPr>
            <a:lvl2pPr indent="-299719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Char char="○"/>
              <a:defRPr sz="1120">
                <a:solidFill>
                  <a:schemeClr val="dk2"/>
                </a:solidFill>
              </a:defRPr>
            </a:lvl2pPr>
            <a:lvl3pPr indent="-299719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Char char="■"/>
              <a:defRPr sz="1120">
                <a:solidFill>
                  <a:schemeClr val="dk2"/>
                </a:solidFill>
              </a:defRPr>
            </a:lvl3pPr>
            <a:lvl4pPr indent="-299719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Char char="●"/>
              <a:defRPr sz="1120">
                <a:solidFill>
                  <a:schemeClr val="dk2"/>
                </a:solidFill>
              </a:defRPr>
            </a:lvl4pPr>
            <a:lvl5pPr indent="-29972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Char char="○"/>
              <a:defRPr sz="1120">
                <a:solidFill>
                  <a:schemeClr val="dk2"/>
                </a:solidFill>
              </a:defRPr>
            </a:lvl5pPr>
            <a:lvl6pPr indent="-29972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Char char="■"/>
              <a:defRPr sz="1120">
                <a:solidFill>
                  <a:schemeClr val="dk2"/>
                </a:solidFill>
              </a:defRPr>
            </a:lvl6pPr>
            <a:lvl7pPr indent="-29972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Char char="●"/>
              <a:defRPr sz="1120">
                <a:solidFill>
                  <a:schemeClr val="dk2"/>
                </a:solidFill>
              </a:defRPr>
            </a:lvl7pPr>
            <a:lvl8pPr indent="-29972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Char char="○"/>
              <a:defRPr sz="1120">
                <a:solidFill>
                  <a:schemeClr val="dk2"/>
                </a:solidFill>
              </a:defRPr>
            </a:lvl8pPr>
            <a:lvl9pPr indent="-29972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Char char="■"/>
              <a:defRPr sz="112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777966" y="6632131"/>
            <a:ext cx="4392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rmAutofit/>
          </a:bodyPr>
          <a:lstStyle>
            <a:lvl1pPr lvl="0" algn="r">
              <a:buNone/>
              <a:defRPr sz="800">
                <a:solidFill>
                  <a:schemeClr val="dk2"/>
                </a:solidFill>
              </a:defRPr>
            </a:lvl1pPr>
            <a:lvl2pPr lvl="1" algn="r">
              <a:buNone/>
              <a:defRPr sz="800">
                <a:solidFill>
                  <a:schemeClr val="dk2"/>
                </a:solidFill>
              </a:defRPr>
            </a:lvl2pPr>
            <a:lvl3pPr lvl="2" algn="r">
              <a:buNone/>
              <a:defRPr sz="800">
                <a:solidFill>
                  <a:schemeClr val="dk2"/>
                </a:solidFill>
              </a:defRPr>
            </a:lvl3pPr>
            <a:lvl4pPr lvl="3" algn="r">
              <a:buNone/>
              <a:defRPr sz="800">
                <a:solidFill>
                  <a:schemeClr val="dk2"/>
                </a:solidFill>
              </a:defRPr>
            </a:lvl4pPr>
            <a:lvl5pPr lvl="4" algn="r">
              <a:buNone/>
              <a:defRPr sz="800">
                <a:solidFill>
                  <a:schemeClr val="dk2"/>
                </a:solidFill>
              </a:defRPr>
            </a:lvl5pPr>
            <a:lvl6pPr lvl="5" algn="r">
              <a:buNone/>
              <a:defRPr sz="800">
                <a:solidFill>
                  <a:schemeClr val="dk2"/>
                </a:solidFill>
              </a:defRPr>
            </a:lvl6pPr>
            <a:lvl7pPr lvl="6" algn="r">
              <a:buNone/>
              <a:defRPr sz="800">
                <a:solidFill>
                  <a:schemeClr val="dk2"/>
                </a:solidFill>
              </a:defRPr>
            </a:lvl7pPr>
            <a:lvl8pPr lvl="7" algn="r">
              <a:buNone/>
              <a:defRPr sz="800">
                <a:solidFill>
                  <a:schemeClr val="dk2"/>
                </a:solidFill>
              </a:defRPr>
            </a:lvl8pPr>
            <a:lvl9pPr lvl="8" algn="r">
              <a:buNone/>
              <a:defRPr sz="8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6.jpg"/><Relationship Id="rId11" Type="http://schemas.openxmlformats.org/officeDocument/2006/relationships/image" Target="../media/image8.png"/><Relationship Id="rId10" Type="http://schemas.openxmlformats.org/officeDocument/2006/relationships/image" Target="../media/image2.png"/><Relationship Id="rId9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jp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3D6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853080" y="143822"/>
            <a:ext cx="56091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40">
                <a:solidFill>
                  <a:schemeClr val="lt1"/>
                </a:solidFill>
              </a:rPr>
              <a:t> EA Bot Architecture</a:t>
            </a:r>
            <a:endParaRPr b="1" sz="1440"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718395" y="637675"/>
            <a:ext cx="2147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PART A: MEETING SETUP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935350" y="637675"/>
            <a:ext cx="29433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PART B: POST-MEETING FOLLOW-UP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660600" y="1404275"/>
            <a:ext cx="1777800" cy="577800"/>
          </a:xfrm>
          <a:prstGeom prst="rect">
            <a:avLst/>
          </a:prstGeom>
          <a:solidFill>
            <a:schemeClr val="lt1"/>
          </a:solidFill>
          <a:ln cap="flat" cmpd="sng" w="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Google Calendar</a:t>
            </a:r>
            <a:endParaRPr sz="1300"/>
          </a:p>
        </p:txBody>
      </p:sp>
      <p:pic>
        <p:nvPicPr>
          <p:cNvPr id="58" name="Google Shape;58;p13" title="Google_Calendar_icon_(2020)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403" y="1438615"/>
            <a:ext cx="433490" cy="50158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9" name="Google Shape;59;p13"/>
          <p:cNvSpPr/>
          <p:nvPr/>
        </p:nvSpPr>
        <p:spPr>
          <a:xfrm>
            <a:off x="3508025" y="3335500"/>
            <a:ext cx="992400" cy="433500"/>
          </a:xfrm>
          <a:prstGeom prst="roundRect">
            <a:avLst>
              <a:gd fmla="val 16667" name="adj"/>
            </a:avLst>
          </a:prstGeom>
          <a:solidFill>
            <a:srgbClr val="00D3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MEETING OCCURS</a:t>
            </a:r>
            <a:endParaRPr b="1" sz="1000"/>
          </a:p>
        </p:txBody>
      </p:sp>
      <p:sp>
        <p:nvSpPr>
          <p:cNvPr id="60" name="Google Shape;60;p13"/>
          <p:cNvSpPr txBox="1"/>
          <p:nvPr/>
        </p:nvSpPr>
        <p:spPr>
          <a:xfrm>
            <a:off x="550686" y="1123500"/>
            <a:ext cx="1809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chemeClr val="lt1"/>
                </a:solidFill>
              </a:rPr>
              <a:t>1.- TRIGGER</a:t>
            </a:r>
            <a:endParaRPr b="1" sz="1240">
              <a:solidFill>
                <a:schemeClr val="lt1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83411" y="2309064"/>
            <a:ext cx="1809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chemeClr val="lt1"/>
                </a:solidFill>
              </a:rPr>
              <a:t>2</a:t>
            </a:r>
            <a:r>
              <a:rPr b="1" lang="en" sz="1240">
                <a:solidFill>
                  <a:schemeClr val="lt1"/>
                </a:solidFill>
              </a:rPr>
              <a:t>.- DATA SOURCE</a:t>
            </a:r>
            <a:endParaRPr b="1" sz="1240">
              <a:solidFill>
                <a:schemeClr val="lt1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583411" y="3495578"/>
            <a:ext cx="1809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chemeClr val="lt1"/>
                </a:solidFill>
              </a:rPr>
              <a:t>3.- LOGIC DATABASE</a:t>
            </a:r>
            <a:endParaRPr b="1" sz="1240">
              <a:solidFill>
                <a:schemeClr val="lt1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583411" y="4838214"/>
            <a:ext cx="1809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chemeClr val="lt1"/>
                </a:solidFill>
              </a:rPr>
              <a:t>4.- DRAFTING</a:t>
            </a:r>
            <a:endParaRPr b="1" sz="1240">
              <a:solidFill>
                <a:schemeClr val="lt1"/>
              </a:solidFill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660600" y="2584200"/>
            <a:ext cx="1777800" cy="577800"/>
          </a:xfrm>
          <a:prstGeom prst="rect">
            <a:avLst/>
          </a:prstGeom>
          <a:solidFill>
            <a:schemeClr val="lt1"/>
          </a:solidFill>
          <a:ln cap="flat" cmpd="sng" w="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HubSpot</a:t>
            </a:r>
            <a:endParaRPr sz="1300"/>
          </a:p>
        </p:txBody>
      </p:sp>
      <p:pic>
        <p:nvPicPr>
          <p:cNvPr id="65" name="Google Shape;65;p13" title="Hubspot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074" y="2645620"/>
            <a:ext cx="397411" cy="45983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6" name="Google Shape;66;p13"/>
          <p:cNvSpPr/>
          <p:nvPr/>
        </p:nvSpPr>
        <p:spPr>
          <a:xfrm>
            <a:off x="659900" y="3769000"/>
            <a:ext cx="1777800" cy="577800"/>
          </a:xfrm>
          <a:prstGeom prst="rect">
            <a:avLst/>
          </a:prstGeom>
          <a:solidFill>
            <a:schemeClr val="lt1"/>
          </a:solidFill>
          <a:ln cap="flat" cmpd="sng" w="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Google Sheets</a:t>
            </a:r>
            <a:endParaRPr sz="1300"/>
          </a:p>
        </p:txBody>
      </p:sp>
      <p:pic>
        <p:nvPicPr>
          <p:cNvPr id="67" name="Google Shape;67;p13" title="Google_Sheets_logo_(2014-2020)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9903" y="3827980"/>
            <a:ext cx="290485" cy="45983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8" name="Google Shape;68;p13"/>
          <p:cNvSpPr/>
          <p:nvPr/>
        </p:nvSpPr>
        <p:spPr>
          <a:xfrm>
            <a:off x="659900" y="5140475"/>
            <a:ext cx="1777800" cy="577800"/>
          </a:xfrm>
          <a:prstGeom prst="rect">
            <a:avLst/>
          </a:prstGeom>
          <a:solidFill>
            <a:schemeClr val="lt1"/>
          </a:solidFill>
          <a:ln cap="flat" cmpd="sng" w="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AI Engine</a:t>
            </a:r>
            <a:endParaRPr sz="1300"/>
          </a:p>
        </p:txBody>
      </p:sp>
      <p:pic>
        <p:nvPicPr>
          <p:cNvPr id="69" name="Google Shape;69;p13" title="Gemini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8400" y="5173526"/>
            <a:ext cx="813336" cy="511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0" name="Google Shape;70;p13"/>
          <p:cNvSpPr/>
          <p:nvPr/>
        </p:nvSpPr>
        <p:spPr>
          <a:xfrm>
            <a:off x="660600" y="6321400"/>
            <a:ext cx="1777800" cy="577800"/>
          </a:xfrm>
          <a:prstGeom prst="rect">
            <a:avLst/>
          </a:prstGeom>
          <a:solidFill>
            <a:schemeClr val="lt1"/>
          </a:solidFill>
          <a:ln cap="flat" cmpd="sng" w="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Google Docs/Slack</a:t>
            </a:r>
            <a:endParaRPr sz="1300"/>
          </a:p>
        </p:txBody>
      </p:sp>
      <p:pic>
        <p:nvPicPr>
          <p:cNvPr id="71" name="Google Shape;71;p13" title="SLACK.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6050" y="6434475"/>
            <a:ext cx="598050" cy="35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2" name="Google Shape;72;p13" title="Google_Docs_logo_(2014-2020).sv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400" y="6434475"/>
            <a:ext cx="229237" cy="36704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3" name="Google Shape;73;p13"/>
          <p:cNvSpPr txBox="1"/>
          <p:nvPr/>
        </p:nvSpPr>
        <p:spPr>
          <a:xfrm>
            <a:off x="583411" y="6040089"/>
            <a:ext cx="1809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chemeClr val="lt1"/>
                </a:solidFill>
              </a:rPr>
              <a:t>5.- OUTPUT</a:t>
            </a:r>
            <a:endParaRPr b="1" sz="1240">
              <a:solidFill>
                <a:schemeClr val="lt1"/>
              </a:solidFill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4872025" y="1404275"/>
            <a:ext cx="1777800" cy="577800"/>
          </a:xfrm>
          <a:prstGeom prst="rect">
            <a:avLst/>
          </a:prstGeom>
          <a:solidFill>
            <a:schemeClr val="lt2"/>
          </a:solidFill>
          <a:ln cap="flat" cmpd="sng" w="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Fathom AI</a:t>
            </a:r>
            <a:endParaRPr sz="1300"/>
          </a:p>
        </p:txBody>
      </p:sp>
      <p:sp>
        <p:nvSpPr>
          <p:cNvPr id="75" name="Google Shape;75;p13"/>
          <p:cNvSpPr txBox="1"/>
          <p:nvPr/>
        </p:nvSpPr>
        <p:spPr>
          <a:xfrm>
            <a:off x="4794836" y="1122575"/>
            <a:ext cx="1809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chemeClr val="lt1"/>
                </a:solidFill>
              </a:rPr>
              <a:t>6.- INPUT</a:t>
            </a:r>
            <a:endParaRPr b="1" sz="1240">
              <a:solidFill>
                <a:schemeClr val="lt1"/>
              </a:solidFill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4794836" y="2309064"/>
            <a:ext cx="1809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chemeClr val="lt1"/>
                </a:solidFill>
              </a:rPr>
              <a:t>7.- AI PARSING</a:t>
            </a:r>
            <a:endParaRPr b="1" sz="1240">
              <a:solidFill>
                <a:schemeClr val="lt1"/>
              </a:solidFill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4794836" y="3495578"/>
            <a:ext cx="1809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chemeClr val="lt1"/>
                </a:solidFill>
              </a:rPr>
              <a:t>8.- COMPLIANCE</a:t>
            </a:r>
            <a:endParaRPr b="1" sz="1240">
              <a:solidFill>
                <a:schemeClr val="lt1"/>
              </a:solidFill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4794836" y="4838214"/>
            <a:ext cx="1809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chemeClr val="lt1"/>
                </a:solidFill>
              </a:rPr>
              <a:t>9.- LOGGING</a:t>
            </a:r>
            <a:endParaRPr b="1" sz="1240">
              <a:solidFill>
                <a:schemeClr val="lt1"/>
              </a:solidFill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4872025" y="2584200"/>
            <a:ext cx="1777800" cy="577800"/>
          </a:xfrm>
          <a:prstGeom prst="rect">
            <a:avLst/>
          </a:prstGeom>
          <a:solidFill>
            <a:schemeClr val="lt1"/>
          </a:solidFill>
          <a:ln cap="flat" cmpd="sng" w="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AI Engine</a:t>
            </a:r>
            <a:endParaRPr sz="1300"/>
          </a:p>
        </p:txBody>
      </p:sp>
      <p:sp>
        <p:nvSpPr>
          <p:cNvPr id="80" name="Google Shape;80;p13"/>
          <p:cNvSpPr/>
          <p:nvPr/>
        </p:nvSpPr>
        <p:spPr>
          <a:xfrm>
            <a:off x="4871325" y="3769000"/>
            <a:ext cx="1777800" cy="577800"/>
          </a:xfrm>
          <a:prstGeom prst="rect">
            <a:avLst/>
          </a:prstGeom>
          <a:solidFill>
            <a:schemeClr val="lt1"/>
          </a:solidFill>
          <a:ln cap="flat" cmpd="sng" w="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HubSpot API</a:t>
            </a:r>
            <a:endParaRPr sz="1300"/>
          </a:p>
        </p:txBody>
      </p:sp>
      <p:sp>
        <p:nvSpPr>
          <p:cNvPr id="81" name="Google Shape;81;p13"/>
          <p:cNvSpPr/>
          <p:nvPr/>
        </p:nvSpPr>
        <p:spPr>
          <a:xfrm>
            <a:off x="4871325" y="5140475"/>
            <a:ext cx="1777800" cy="577800"/>
          </a:xfrm>
          <a:prstGeom prst="rect">
            <a:avLst/>
          </a:prstGeom>
          <a:solidFill>
            <a:schemeClr val="lt1"/>
          </a:solidFill>
          <a:ln cap="flat" cmpd="sng" w="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Google Drive</a:t>
            </a:r>
            <a:endParaRPr sz="1300"/>
          </a:p>
        </p:txBody>
      </p:sp>
      <p:sp>
        <p:nvSpPr>
          <p:cNvPr id="82" name="Google Shape;82;p13"/>
          <p:cNvSpPr/>
          <p:nvPr/>
        </p:nvSpPr>
        <p:spPr>
          <a:xfrm>
            <a:off x="4872025" y="6321400"/>
            <a:ext cx="1777800" cy="577800"/>
          </a:xfrm>
          <a:prstGeom prst="rect">
            <a:avLst/>
          </a:prstGeom>
          <a:solidFill>
            <a:schemeClr val="lt1"/>
          </a:solidFill>
          <a:ln cap="flat" cmpd="sng" w="7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Gmail / Slack</a:t>
            </a:r>
            <a:endParaRPr sz="1300"/>
          </a:p>
        </p:txBody>
      </p:sp>
      <p:pic>
        <p:nvPicPr>
          <p:cNvPr id="83" name="Google Shape;83;p13" title="SLACK.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26750" y="6434475"/>
            <a:ext cx="598050" cy="35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84" name="Google Shape;84;p13"/>
          <p:cNvSpPr txBox="1"/>
          <p:nvPr/>
        </p:nvSpPr>
        <p:spPr>
          <a:xfrm>
            <a:off x="4794836" y="6040089"/>
            <a:ext cx="1809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40">
                <a:solidFill>
                  <a:schemeClr val="lt1"/>
                </a:solidFill>
              </a:rPr>
              <a:t>10.- FINAL OUTPUTS</a:t>
            </a:r>
            <a:endParaRPr b="1" sz="1240">
              <a:solidFill>
                <a:schemeClr val="lt1"/>
              </a:solidFill>
            </a:endParaRPr>
          </a:p>
        </p:txBody>
      </p:sp>
      <p:pic>
        <p:nvPicPr>
          <p:cNvPr id="85" name="Google Shape;85;p13" title="Fathom.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49175" y="1472662"/>
            <a:ext cx="433500" cy="4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title="Gemini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9425" y="2619688"/>
            <a:ext cx="813336" cy="511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87" name="Google Shape;87;p13" title="Hubspot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7825" y="3807100"/>
            <a:ext cx="433500" cy="50159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88" name="Google Shape;88;p13" title="Google drive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44450" y="5195825"/>
            <a:ext cx="511666" cy="45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Gmail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909425" y="6474972"/>
            <a:ext cx="360876" cy="2703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549575" y="1526100"/>
            <a:ext cx="813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40">
                <a:solidFill>
                  <a:schemeClr val="lt1"/>
                </a:solidFill>
              </a:rPr>
              <a:t>Domain,</a:t>
            </a:r>
            <a:br>
              <a:rPr lang="en" sz="1040">
                <a:solidFill>
                  <a:schemeClr val="lt1"/>
                </a:solidFill>
              </a:rPr>
            </a:br>
            <a:r>
              <a:rPr lang="en" sz="1040">
                <a:solidFill>
                  <a:schemeClr val="lt1"/>
                </a:solidFill>
              </a:rPr>
              <a:t>Attendees</a:t>
            </a:r>
            <a:endParaRPr sz="1040">
              <a:solidFill>
                <a:schemeClr val="lt1"/>
              </a:solidFill>
            </a:endParaRPr>
          </a:p>
        </p:txBody>
      </p:sp>
      <p:cxnSp>
        <p:nvCxnSpPr>
          <p:cNvPr id="91" name="Google Shape;91;p13"/>
          <p:cNvCxnSpPr/>
          <p:nvPr/>
        </p:nvCxnSpPr>
        <p:spPr>
          <a:xfrm flipH="1">
            <a:off x="371800" y="1677975"/>
            <a:ext cx="9900" cy="49542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92" name="Google Shape;92;p13"/>
          <p:cNvCxnSpPr>
            <a:endCxn id="57" idx="1"/>
          </p:cNvCxnSpPr>
          <p:nvPr/>
        </p:nvCxnSpPr>
        <p:spPr>
          <a:xfrm flipH="1" rot="10800000">
            <a:off x="381600" y="1693175"/>
            <a:ext cx="279000" cy="6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3"/>
          <p:cNvCxnSpPr/>
          <p:nvPr/>
        </p:nvCxnSpPr>
        <p:spPr>
          <a:xfrm flipH="1" rot="10800000">
            <a:off x="381700" y="2875238"/>
            <a:ext cx="279000" cy="6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3"/>
          <p:cNvCxnSpPr/>
          <p:nvPr/>
        </p:nvCxnSpPr>
        <p:spPr>
          <a:xfrm flipH="1" rot="10800000">
            <a:off x="381600" y="4057325"/>
            <a:ext cx="279000" cy="6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3"/>
          <p:cNvCxnSpPr/>
          <p:nvPr/>
        </p:nvCxnSpPr>
        <p:spPr>
          <a:xfrm flipH="1" rot="10800000">
            <a:off x="381600" y="6609825"/>
            <a:ext cx="279000" cy="6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3"/>
          <p:cNvCxnSpPr/>
          <p:nvPr/>
        </p:nvCxnSpPr>
        <p:spPr>
          <a:xfrm flipH="1" rot="10800000">
            <a:off x="381600" y="5454875"/>
            <a:ext cx="279000" cy="6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3"/>
          <p:cNvCxnSpPr/>
          <p:nvPr/>
        </p:nvCxnSpPr>
        <p:spPr>
          <a:xfrm flipH="1" rot="10800000">
            <a:off x="2438400" y="1689100"/>
            <a:ext cx="279000" cy="6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3"/>
          <p:cNvCxnSpPr/>
          <p:nvPr/>
        </p:nvCxnSpPr>
        <p:spPr>
          <a:xfrm flipH="1">
            <a:off x="3474062" y="1775125"/>
            <a:ext cx="2400" cy="16707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99" name="Google Shape;99;p13"/>
          <p:cNvCxnSpPr>
            <a:stCxn id="90" idx="3"/>
            <a:endCxn id="90" idx="3"/>
          </p:cNvCxnSpPr>
          <p:nvPr/>
        </p:nvCxnSpPr>
        <p:spPr>
          <a:xfrm>
            <a:off x="3362875" y="17172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3"/>
          <p:cNvCxnSpPr>
            <a:stCxn id="90" idx="3"/>
            <a:endCxn id="90" idx="3"/>
          </p:cNvCxnSpPr>
          <p:nvPr/>
        </p:nvCxnSpPr>
        <p:spPr>
          <a:xfrm>
            <a:off x="3362875" y="17172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3"/>
          <p:cNvCxnSpPr/>
          <p:nvPr/>
        </p:nvCxnSpPr>
        <p:spPr>
          <a:xfrm>
            <a:off x="3323425" y="1787350"/>
            <a:ext cx="152400" cy="0"/>
          </a:xfrm>
          <a:prstGeom prst="straightConnector1">
            <a:avLst/>
          </a:prstGeom>
          <a:noFill/>
          <a:ln cap="flat" cmpd="sng" w="28575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3"/>
          <p:cNvCxnSpPr/>
          <p:nvPr/>
        </p:nvCxnSpPr>
        <p:spPr>
          <a:xfrm flipH="1">
            <a:off x="3475850" y="3769000"/>
            <a:ext cx="600" cy="28488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103" name="Google Shape;103;p13"/>
          <p:cNvCxnSpPr/>
          <p:nvPr/>
        </p:nvCxnSpPr>
        <p:spPr>
          <a:xfrm>
            <a:off x="2437688" y="6608325"/>
            <a:ext cx="1035900" cy="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3"/>
          <p:cNvCxnSpPr/>
          <p:nvPr/>
        </p:nvCxnSpPr>
        <p:spPr>
          <a:xfrm flipH="1" rot="10800000">
            <a:off x="2440538" y="2869800"/>
            <a:ext cx="404400" cy="33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3"/>
          <p:cNvCxnSpPr/>
          <p:nvPr/>
        </p:nvCxnSpPr>
        <p:spPr>
          <a:xfrm>
            <a:off x="2449063" y="5429975"/>
            <a:ext cx="710100" cy="21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3"/>
          <p:cNvCxnSpPr/>
          <p:nvPr/>
        </p:nvCxnSpPr>
        <p:spPr>
          <a:xfrm flipH="1" rot="10800000">
            <a:off x="2440538" y="4053200"/>
            <a:ext cx="404400" cy="33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3"/>
          <p:cNvCxnSpPr/>
          <p:nvPr/>
        </p:nvCxnSpPr>
        <p:spPr>
          <a:xfrm>
            <a:off x="2844975" y="2860225"/>
            <a:ext cx="4800" cy="12096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108" name="Google Shape;108;p13"/>
          <p:cNvCxnSpPr/>
          <p:nvPr/>
        </p:nvCxnSpPr>
        <p:spPr>
          <a:xfrm flipH="1">
            <a:off x="3161163" y="3552375"/>
            <a:ext cx="3300" cy="18990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109" name="Google Shape;109;p13"/>
          <p:cNvCxnSpPr>
            <a:endCxn id="59" idx="1"/>
          </p:cNvCxnSpPr>
          <p:nvPr/>
        </p:nvCxnSpPr>
        <p:spPr>
          <a:xfrm flipH="1" rot="10800000">
            <a:off x="3162725" y="3552250"/>
            <a:ext cx="345300" cy="36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3"/>
          <p:cNvCxnSpPr/>
          <p:nvPr/>
        </p:nvCxnSpPr>
        <p:spPr>
          <a:xfrm flipH="1">
            <a:off x="4552975" y="1665275"/>
            <a:ext cx="3900" cy="49431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111" name="Google Shape;111;p13"/>
          <p:cNvCxnSpPr/>
          <p:nvPr/>
        </p:nvCxnSpPr>
        <p:spPr>
          <a:xfrm flipH="1" rot="10800000">
            <a:off x="4553125" y="1654125"/>
            <a:ext cx="279000" cy="6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3"/>
          <p:cNvCxnSpPr/>
          <p:nvPr/>
        </p:nvCxnSpPr>
        <p:spPr>
          <a:xfrm flipH="1" rot="10800000">
            <a:off x="4553125" y="2847613"/>
            <a:ext cx="279000" cy="6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3"/>
          <p:cNvCxnSpPr/>
          <p:nvPr/>
        </p:nvCxnSpPr>
        <p:spPr>
          <a:xfrm flipH="1" rot="10800000">
            <a:off x="4553125" y="4041100"/>
            <a:ext cx="279000" cy="6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3"/>
          <p:cNvCxnSpPr/>
          <p:nvPr/>
        </p:nvCxnSpPr>
        <p:spPr>
          <a:xfrm>
            <a:off x="4549075" y="6603550"/>
            <a:ext cx="303900" cy="39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p13"/>
          <p:cNvCxnSpPr/>
          <p:nvPr/>
        </p:nvCxnSpPr>
        <p:spPr>
          <a:xfrm flipH="1" rot="10800000">
            <a:off x="4556875" y="5429400"/>
            <a:ext cx="292200" cy="30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3"/>
          <p:cNvCxnSpPr/>
          <p:nvPr/>
        </p:nvCxnSpPr>
        <p:spPr>
          <a:xfrm>
            <a:off x="6649125" y="1689400"/>
            <a:ext cx="504600" cy="18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3"/>
          <p:cNvCxnSpPr/>
          <p:nvPr/>
        </p:nvCxnSpPr>
        <p:spPr>
          <a:xfrm flipH="1">
            <a:off x="7155725" y="1683525"/>
            <a:ext cx="3900" cy="49431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118" name="Google Shape;118;p13"/>
          <p:cNvCxnSpPr/>
          <p:nvPr/>
        </p:nvCxnSpPr>
        <p:spPr>
          <a:xfrm>
            <a:off x="6649125" y="6617100"/>
            <a:ext cx="504600" cy="18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3"/>
          <p:cNvCxnSpPr/>
          <p:nvPr/>
        </p:nvCxnSpPr>
        <p:spPr>
          <a:xfrm flipH="1">
            <a:off x="6935225" y="2875850"/>
            <a:ext cx="600" cy="11880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120" name="Google Shape;120;p13"/>
          <p:cNvCxnSpPr/>
          <p:nvPr/>
        </p:nvCxnSpPr>
        <p:spPr>
          <a:xfrm flipH="1" rot="10800000">
            <a:off x="6649125" y="2874338"/>
            <a:ext cx="298800" cy="3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3"/>
          <p:cNvCxnSpPr/>
          <p:nvPr/>
        </p:nvCxnSpPr>
        <p:spPr>
          <a:xfrm flipH="1" rot="10800000">
            <a:off x="6649125" y="4069825"/>
            <a:ext cx="298800" cy="300"/>
          </a:xfrm>
          <a:prstGeom prst="straightConnector1">
            <a:avLst/>
          </a:prstGeom>
          <a:noFill/>
          <a:ln cap="flat" cmpd="sng" w="28575">
            <a:solidFill>
              <a:srgbClr val="00D3D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3"/>
          <p:cNvCxnSpPr/>
          <p:nvPr/>
        </p:nvCxnSpPr>
        <p:spPr>
          <a:xfrm flipH="1">
            <a:off x="1486988" y="3173675"/>
            <a:ext cx="2700" cy="267900"/>
          </a:xfrm>
          <a:prstGeom prst="straightConnector1">
            <a:avLst/>
          </a:prstGeom>
          <a:noFill/>
          <a:ln cap="flat" cmpd="sng" w="28575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123" name="Google Shape;123;p13"/>
          <p:cNvSpPr/>
          <p:nvPr/>
        </p:nvSpPr>
        <p:spPr>
          <a:xfrm>
            <a:off x="1433600" y="3173675"/>
            <a:ext cx="109500" cy="382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D3D3"/>
          </a:solidFill>
          <a:ln cap="flat" cmpd="sng" w="9525">
            <a:solidFill>
              <a:srgbClr val="00D3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3"/>
          <p:cNvSpPr/>
          <p:nvPr/>
        </p:nvSpPr>
        <p:spPr>
          <a:xfrm>
            <a:off x="5633400" y="4356325"/>
            <a:ext cx="109500" cy="382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D3D3"/>
          </a:solidFill>
          <a:ln cap="flat" cmpd="sng" w="9525">
            <a:solidFill>
              <a:srgbClr val="00D3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6218625" y="4405250"/>
            <a:ext cx="8133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dk2"/>
              </a:solidFill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6074000" y="4454725"/>
            <a:ext cx="813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40">
                <a:solidFill>
                  <a:schemeClr val="lt1"/>
                </a:solidFill>
              </a:rPr>
              <a:t>Task, Due Dates, Owners</a:t>
            </a:r>
            <a:endParaRPr sz="1040">
              <a:solidFill>
                <a:schemeClr val="lt1"/>
              </a:solidFill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6425900" y="4360650"/>
            <a:ext cx="109500" cy="176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D3D3"/>
          </a:solidFill>
          <a:ln cap="flat" cmpd="sng" w="9525">
            <a:solidFill>
              <a:srgbClr val="00D3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